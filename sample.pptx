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 this slide, we discuss the basics of cloud computing: agility, high availability, and easy scaling.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EC2 provides resizable compute capacity. Amazon S3 offers highly available mass storage. Amazon RDS makes it easy to set up a relational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